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4" d="100"/>
          <a:sy n="84" d="100"/>
        </p:scale>
        <p:origin x="139" y="12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54E55-41DE-4ED5-9C9A-F343CF6B6B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5A20D4-73D7-40E8-B729-7FC19C3CC2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F85A50-9E6C-4395-8CC6-1D50292991AC}"/>
              </a:ext>
            </a:extLst>
          </p:cNvPr>
          <p:cNvSpPr>
            <a:spLocks noGrp="1"/>
          </p:cNvSpPr>
          <p:nvPr>
            <p:ph type="dt" sz="half" idx="10"/>
          </p:nvPr>
        </p:nvSpPr>
        <p:spPr/>
        <p:txBody>
          <a:bodyPr/>
          <a:lstStyle/>
          <a:p>
            <a:fld id="{6F7DD336-169F-4481-9626-92B6F75A6ACF}" type="datetimeFigureOut">
              <a:rPr lang="en-US" smtClean="0"/>
              <a:t>12/4/2020</a:t>
            </a:fld>
            <a:endParaRPr lang="en-US"/>
          </a:p>
        </p:txBody>
      </p:sp>
      <p:sp>
        <p:nvSpPr>
          <p:cNvPr id="5" name="Footer Placeholder 4">
            <a:extLst>
              <a:ext uri="{FF2B5EF4-FFF2-40B4-BE49-F238E27FC236}">
                <a16:creationId xmlns:a16="http://schemas.microsoft.com/office/drawing/2014/main" id="{E36C4328-1528-4D01-AAE3-0FDE98E8B4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7D04BB-577C-458D-A18A-79AA470E6370}"/>
              </a:ext>
            </a:extLst>
          </p:cNvPr>
          <p:cNvSpPr>
            <a:spLocks noGrp="1"/>
          </p:cNvSpPr>
          <p:nvPr>
            <p:ph type="sldNum" sz="quarter" idx="12"/>
          </p:nvPr>
        </p:nvSpPr>
        <p:spPr/>
        <p:txBody>
          <a:bodyPr/>
          <a:lstStyle/>
          <a:p>
            <a:fld id="{7410A50A-57FD-4B52-8D31-F4156E74026B}" type="slidenum">
              <a:rPr lang="en-US" smtClean="0"/>
              <a:t>‹#›</a:t>
            </a:fld>
            <a:endParaRPr lang="en-US"/>
          </a:p>
        </p:txBody>
      </p:sp>
    </p:spTree>
    <p:extLst>
      <p:ext uri="{BB962C8B-B14F-4D97-AF65-F5344CB8AC3E}">
        <p14:creationId xmlns:p14="http://schemas.microsoft.com/office/powerpoint/2010/main" val="3747425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4CD68-BAD7-48DF-AFE2-67FADCD5E8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2399CB9-DA03-4DC8-907C-FD062A902B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883622-87FD-4D4A-B968-465133E8F1D6}"/>
              </a:ext>
            </a:extLst>
          </p:cNvPr>
          <p:cNvSpPr>
            <a:spLocks noGrp="1"/>
          </p:cNvSpPr>
          <p:nvPr>
            <p:ph type="dt" sz="half" idx="10"/>
          </p:nvPr>
        </p:nvSpPr>
        <p:spPr/>
        <p:txBody>
          <a:bodyPr/>
          <a:lstStyle/>
          <a:p>
            <a:fld id="{6F7DD336-169F-4481-9626-92B6F75A6ACF}" type="datetimeFigureOut">
              <a:rPr lang="en-US" smtClean="0"/>
              <a:t>12/4/2020</a:t>
            </a:fld>
            <a:endParaRPr lang="en-US"/>
          </a:p>
        </p:txBody>
      </p:sp>
      <p:sp>
        <p:nvSpPr>
          <p:cNvPr id="5" name="Footer Placeholder 4">
            <a:extLst>
              <a:ext uri="{FF2B5EF4-FFF2-40B4-BE49-F238E27FC236}">
                <a16:creationId xmlns:a16="http://schemas.microsoft.com/office/drawing/2014/main" id="{EFA96988-1770-40A0-AA84-8BB45F2114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1B4CDA-F5C3-4C0F-A640-0147B920DFD8}"/>
              </a:ext>
            </a:extLst>
          </p:cNvPr>
          <p:cNvSpPr>
            <a:spLocks noGrp="1"/>
          </p:cNvSpPr>
          <p:nvPr>
            <p:ph type="sldNum" sz="quarter" idx="12"/>
          </p:nvPr>
        </p:nvSpPr>
        <p:spPr/>
        <p:txBody>
          <a:bodyPr/>
          <a:lstStyle/>
          <a:p>
            <a:fld id="{7410A50A-57FD-4B52-8D31-F4156E74026B}" type="slidenum">
              <a:rPr lang="en-US" smtClean="0"/>
              <a:t>‹#›</a:t>
            </a:fld>
            <a:endParaRPr lang="en-US"/>
          </a:p>
        </p:txBody>
      </p:sp>
    </p:spTree>
    <p:extLst>
      <p:ext uri="{BB962C8B-B14F-4D97-AF65-F5344CB8AC3E}">
        <p14:creationId xmlns:p14="http://schemas.microsoft.com/office/powerpoint/2010/main" val="471677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83ADF-1DBD-452B-9F11-21E111A65B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77B01A-0A88-4BBB-B35F-2C0B740259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46AEE0-0EC1-4F49-B6C2-96954E2F4094}"/>
              </a:ext>
            </a:extLst>
          </p:cNvPr>
          <p:cNvSpPr>
            <a:spLocks noGrp="1"/>
          </p:cNvSpPr>
          <p:nvPr>
            <p:ph type="dt" sz="half" idx="10"/>
          </p:nvPr>
        </p:nvSpPr>
        <p:spPr/>
        <p:txBody>
          <a:bodyPr/>
          <a:lstStyle/>
          <a:p>
            <a:fld id="{6F7DD336-169F-4481-9626-92B6F75A6ACF}" type="datetimeFigureOut">
              <a:rPr lang="en-US" smtClean="0"/>
              <a:t>12/4/2020</a:t>
            </a:fld>
            <a:endParaRPr lang="en-US"/>
          </a:p>
        </p:txBody>
      </p:sp>
      <p:sp>
        <p:nvSpPr>
          <p:cNvPr id="5" name="Footer Placeholder 4">
            <a:extLst>
              <a:ext uri="{FF2B5EF4-FFF2-40B4-BE49-F238E27FC236}">
                <a16:creationId xmlns:a16="http://schemas.microsoft.com/office/drawing/2014/main" id="{996BBE7E-3710-4A97-9D8A-4D1E69FF1E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09F8D2-89ED-44B6-BD23-C2DDB08014DE}"/>
              </a:ext>
            </a:extLst>
          </p:cNvPr>
          <p:cNvSpPr>
            <a:spLocks noGrp="1"/>
          </p:cNvSpPr>
          <p:nvPr>
            <p:ph type="sldNum" sz="quarter" idx="12"/>
          </p:nvPr>
        </p:nvSpPr>
        <p:spPr/>
        <p:txBody>
          <a:bodyPr/>
          <a:lstStyle/>
          <a:p>
            <a:fld id="{7410A50A-57FD-4B52-8D31-F4156E74026B}" type="slidenum">
              <a:rPr lang="en-US" smtClean="0"/>
              <a:t>‹#›</a:t>
            </a:fld>
            <a:endParaRPr lang="en-US"/>
          </a:p>
        </p:txBody>
      </p:sp>
    </p:spTree>
    <p:extLst>
      <p:ext uri="{BB962C8B-B14F-4D97-AF65-F5344CB8AC3E}">
        <p14:creationId xmlns:p14="http://schemas.microsoft.com/office/powerpoint/2010/main" val="2487641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CCF35-F2EE-44AA-BF65-875CA91517F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0FF1B37-9C00-4ABA-AB32-2BFC25C563D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A35998-042E-4C81-93D2-F1C9A78F8A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A9FEF30-FE13-4EF8-A935-DC7B7E6953AB}"/>
              </a:ext>
            </a:extLst>
          </p:cNvPr>
          <p:cNvSpPr>
            <a:spLocks noGrp="1"/>
          </p:cNvSpPr>
          <p:nvPr>
            <p:ph type="dt" sz="half" idx="10"/>
          </p:nvPr>
        </p:nvSpPr>
        <p:spPr/>
        <p:txBody>
          <a:bodyPr/>
          <a:lstStyle/>
          <a:p>
            <a:fld id="{6F7DD336-169F-4481-9626-92B6F75A6ACF}" type="datetimeFigureOut">
              <a:rPr lang="en-US" smtClean="0"/>
              <a:t>12/4/2020</a:t>
            </a:fld>
            <a:endParaRPr lang="en-US"/>
          </a:p>
        </p:txBody>
      </p:sp>
      <p:sp>
        <p:nvSpPr>
          <p:cNvPr id="6" name="Footer Placeholder 5">
            <a:extLst>
              <a:ext uri="{FF2B5EF4-FFF2-40B4-BE49-F238E27FC236}">
                <a16:creationId xmlns:a16="http://schemas.microsoft.com/office/drawing/2014/main" id="{E438AC54-C6B6-4A5E-949B-B50B72D33C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23DF8F-C6AC-4677-A865-4859ECBF8792}"/>
              </a:ext>
            </a:extLst>
          </p:cNvPr>
          <p:cNvSpPr>
            <a:spLocks noGrp="1"/>
          </p:cNvSpPr>
          <p:nvPr>
            <p:ph type="sldNum" sz="quarter" idx="12"/>
          </p:nvPr>
        </p:nvSpPr>
        <p:spPr/>
        <p:txBody>
          <a:bodyPr/>
          <a:lstStyle/>
          <a:p>
            <a:fld id="{7410A50A-57FD-4B52-8D31-F4156E74026B}" type="slidenum">
              <a:rPr lang="en-US" smtClean="0"/>
              <a:t>‹#›</a:t>
            </a:fld>
            <a:endParaRPr lang="en-US"/>
          </a:p>
        </p:txBody>
      </p:sp>
    </p:spTree>
    <p:extLst>
      <p:ext uri="{BB962C8B-B14F-4D97-AF65-F5344CB8AC3E}">
        <p14:creationId xmlns:p14="http://schemas.microsoft.com/office/powerpoint/2010/main" val="1556560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75D75-BBD7-4C64-B4AF-F2BAF34E264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6D529B-D901-4B7F-86D7-5C47B865AA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40DBCC-9459-45E1-AAE8-846D31A301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1FC7106-062E-44F7-8542-639F766724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2E678D-FF93-4B7D-8C34-83495B3B9F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BF3863-42F2-4C72-8AD3-72A86861F5A6}"/>
              </a:ext>
            </a:extLst>
          </p:cNvPr>
          <p:cNvSpPr>
            <a:spLocks noGrp="1"/>
          </p:cNvSpPr>
          <p:nvPr>
            <p:ph type="dt" sz="half" idx="10"/>
          </p:nvPr>
        </p:nvSpPr>
        <p:spPr/>
        <p:txBody>
          <a:bodyPr/>
          <a:lstStyle/>
          <a:p>
            <a:fld id="{6F7DD336-169F-4481-9626-92B6F75A6ACF}" type="datetimeFigureOut">
              <a:rPr lang="en-US" smtClean="0"/>
              <a:t>12/4/2020</a:t>
            </a:fld>
            <a:endParaRPr lang="en-US"/>
          </a:p>
        </p:txBody>
      </p:sp>
      <p:sp>
        <p:nvSpPr>
          <p:cNvPr id="8" name="Footer Placeholder 7">
            <a:extLst>
              <a:ext uri="{FF2B5EF4-FFF2-40B4-BE49-F238E27FC236}">
                <a16:creationId xmlns:a16="http://schemas.microsoft.com/office/drawing/2014/main" id="{DD61B9BA-E9DA-4D02-985F-43E370E905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0A35EC2-EAB8-4B3B-BCD3-66B4967CBF24}"/>
              </a:ext>
            </a:extLst>
          </p:cNvPr>
          <p:cNvSpPr>
            <a:spLocks noGrp="1"/>
          </p:cNvSpPr>
          <p:nvPr>
            <p:ph type="sldNum" sz="quarter" idx="12"/>
          </p:nvPr>
        </p:nvSpPr>
        <p:spPr/>
        <p:txBody>
          <a:bodyPr/>
          <a:lstStyle/>
          <a:p>
            <a:fld id="{7410A50A-57FD-4B52-8D31-F4156E74026B}" type="slidenum">
              <a:rPr lang="en-US" smtClean="0"/>
              <a:t>‹#›</a:t>
            </a:fld>
            <a:endParaRPr lang="en-US"/>
          </a:p>
        </p:txBody>
      </p:sp>
    </p:spTree>
    <p:extLst>
      <p:ext uri="{BB962C8B-B14F-4D97-AF65-F5344CB8AC3E}">
        <p14:creationId xmlns:p14="http://schemas.microsoft.com/office/powerpoint/2010/main" val="678342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0CF33-4675-4FCF-B01A-5E9B075206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A1ECD4-B146-45D6-A255-7F49D465FE95}"/>
              </a:ext>
            </a:extLst>
          </p:cNvPr>
          <p:cNvSpPr>
            <a:spLocks noGrp="1"/>
          </p:cNvSpPr>
          <p:nvPr>
            <p:ph type="dt" sz="half" idx="10"/>
          </p:nvPr>
        </p:nvSpPr>
        <p:spPr/>
        <p:txBody>
          <a:bodyPr/>
          <a:lstStyle/>
          <a:p>
            <a:fld id="{6F7DD336-169F-4481-9626-92B6F75A6ACF}" type="datetimeFigureOut">
              <a:rPr lang="en-US" smtClean="0"/>
              <a:t>12/4/2020</a:t>
            </a:fld>
            <a:endParaRPr lang="en-US"/>
          </a:p>
        </p:txBody>
      </p:sp>
      <p:sp>
        <p:nvSpPr>
          <p:cNvPr id="4" name="Footer Placeholder 3">
            <a:extLst>
              <a:ext uri="{FF2B5EF4-FFF2-40B4-BE49-F238E27FC236}">
                <a16:creationId xmlns:a16="http://schemas.microsoft.com/office/drawing/2014/main" id="{61183729-9F93-4406-AC6A-EC4BAFCAAEC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A26F373-BB6E-4AD3-94CB-37567E45EE0A}"/>
              </a:ext>
            </a:extLst>
          </p:cNvPr>
          <p:cNvSpPr>
            <a:spLocks noGrp="1"/>
          </p:cNvSpPr>
          <p:nvPr>
            <p:ph type="sldNum" sz="quarter" idx="12"/>
          </p:nvPr>
        </p:nvSpPr>
        <p:spPr/>
        <p:txBody>
          <a:bodyPr/>
          <a:lstStyle/>
          <a:p>
            <a:fld id="{7410A50A-57FD-4B52-8D31-F4156E74026B}" type="slidenum">
              <a:rPr lang="en-US" smtClean="0"/>
              <a:t>‹#›</a:t>
            </a:fld>
            <a:endParaRPr lang="en-US"/>
          </a:p>
        </p:txBody>
      </p:sp>
    </p:spTree>
    <p:extLst>
      <p:ext uri="{BB962C8B-B14F-4D97-AF65-F5344CB8AC3E}">
        <p14:creationId xmlns:p14="http://schemas.microsoft.com/office/powerpoint/2010/main" val="31207205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42FE98-716B-4C12-80E6-EA202F8FAF54}"/>
              </a:ext>
            </a:extLst>
          </p:cNvPr>
          <p:cNvSpPr>
            <a:spLocks noGrp="1"/>
          </p:cNvSpPr>
          <p:nvPr>
            <p:ph type="dt" sz="half" idx="10"/>
          </p:nvPr>
        </p:nvSpPr>
        <p:spPr/>
        <p:txBody>
          <a:bodyPr/>
          <a:lstStyle/>
          <a:p>
            <a:fld id="{6F7DD336-169F-4481-9626-92B6F75A6ACF}" type="datetimeFigureOut">
              <a:rPr lang="en-US" smtClean="0"/>
              <a:t>12/4/2020</a:t>
            </a:fld>
            <a:endParaRPr lang="en-US"/>
          </a:p>
        </p:txBody>
      </p:sp>
      <p:sp>
        <p:nvSpPr>
          <p:cNvPr id="3" name="Footer Placeholder 2">
            <a:extLst>
              <a:ext uri="{FF2B5EF4-FFF2-40B4-BE49-F238E27FC236}">
                <a16:creationId xmlns:a16="http://schemas.microsoft.com/office/drawing/2014/main" id="{26E73E55-3485-4D4D-8778-0760167445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418B189-3AF4-4D94-ABE3-895ACB4C2787}"/>
              </a:ext>
            </a:extLst>
          </p:cNvPr>
          <p:cNvSpPr>
            <a:spLocks noGrp="1"/>
          </p:cNvSpPr>
          <p:nvPr>
            <p:ph type="sldNum" sz="quarter" idx="12"/>
          </p:nvPr>
        </p:nvSpPr>
        <p:spPr/>
        <p:txBody>
          <a:bodyPr/>
          <a:lstStyle/>
          <a:p>
            <a:fld id="{7410A50A-57FD-4B52-8D31-F4156E74026B}" type="slidenum">
              <a:rPr lang="en-US" smtClean="0"/>
              <a:t>‹#›</a:t>
            </a:fld>
            <a:endParaRPr lang="en-US"/>
          </a:p>
        </p:txBody>
      </p:sp>
    </p:spTree>
    <p:extLst>
      <p:ext uri="{BB962C8B-B14F-4D97-AF65-F5344CB8AC3E}">
        <p14:creationId xmlns:p14="http://schemas.microsoft.com/office/powerpoint/2010/main" val="363867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EB3AB-2812-4174-8908-B57F7CA1C4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A0084A7-1A5E-469B-84F9-E450CFFD87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7B3FC9A-7E61-4645-92CA-33E6019C5D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61E2EB-D1BF-4A57-B63D-A046DF4726F7}"/>
              </a:ext>
            </a:extLst>
          </p:cNvPr>
          <p:cNvSpPr>
            <a:spLocks noGrp="1"/>
          </p:cNvSpPr>
          <p:nvPr>
            <p:ph type="dt" sz="half" idx="10"/>
          </p:nvPr>
        </p:nvSpPr>
        <p:spPr/>
        <p:txBody>
          <a:bodyPr/>
          <a:lstStyle/>
          <a:p>
            <a:fld id="{6F7DD336-169F-4481-9626-92B6F75A6ACF}" type="datetimeFigureOut">
              <a:rPr lang="en-US" smtClean="0"/>
              <a:t>12/4/2020</a:t>
            </a:fld>
            <a:endParaRPr lang="en-US"/>
          </a:p>
        </p:txBody>
      </p:sp>
      <p:sp>
        <p:nvSpPr>
          <p:cNvPr id="6" name="Footer Placeholder 5">
            <a:extLst>
              <a:ext uri="{FF2B5EF4-FFF2-40B4-BE49-F238E27FC236}">
                <a16:creationId xmlns:a16="http://schemas.microsoft.com/office/drawing/2014/main" id="{ABF229A0-B548-49EF-813C-A7772D6560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13FD70-162F-481A-B112-604115F37534}"/>
              </a:ext>
            </a:extLst>
          </p:cNvPr>
          <p:cNvSpPr>
            <a:spLocks noGrp="1"/>
          </p:cNvSpPr>
          <p:nvPr>
            <p:ph type="sldNum" sz="quarter" idx="12"/>
          </p:nvPr>
        </p:nvSpPr>
        <p:spPr/>
        <p:txBody>
          <a:bodyPr/>
          <a:lstStyle/>
          <a:p>
            <a:fld id="{7410A50A-57FD-4B52-8D31-F4156E74026B}" type="slidenum">
              <a:rPr lang="en-US" smtClean="0"/>
              <a:t>‹#›</a:t>
            </a:fld>
            <a:endParaRPr lang="en-US"/>
          </a:p>
        </p:txBody>
      </p:sp>
    </p:spTree>
    <p:extLst>
      <p:ext uri="{BB962C8B-B14F-4D97-AF65-F5344CB8AC3E}">
        <p14:creationId xmlns:p14="http://schemas.microsoft.com/office/powerpoint/2010/main" val="3356861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90622-8F57-4B91-BFA9-CA43ED7FCA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924DDD5-DE60-4CD3-A662-14203DF2D4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E49D62-50F1-4E7D-885E-DAF5320C52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279C98-07BD-4BD3-B775-2AA7D7AD7BB4}"/>
              </a:ext>
            </a:extLst>
          </p:cNvPr>
          <p:cNvSpPr>
            <a:spLocks noGrp="1"/>
          </p:cNvSpPr>
          <p:nvPr>
            <p:ph type="dt" sz="half" idx="10"/>
          </p:nvPr>
        </p:nvSpPr>
        <p:spPr/>
        <p:txBody>
          <a:bodyPr/>
          <a:lstStyle/>
          <a:p>
            <a:fld id="{6F7DD336-169F-4481-9626-92B6F75A6ACF}" type="datetimeFigureOut">
              <a:rPr lang="en-US" smtClean="0"/>
              <a:t>12/4/2020</a:t>
            </a:fld>
            <a:endParaRPr lang="en-US"/>
          </a:p>
        </p:txBody>
      </p:sp>
      <p:sp>
        <p:nvSpPr>
          <p:cNvPr id="6" name="Footer Placeholder 5">
            <a:extLst>
              <a:ext uri="{FF2B5EF4-FFF2-40B4-BE49-F238E27FC236}">
                <a16:creationId xmlns:a16="http://schemas.microsoft.com/office/drawing/2014/main" id="{87003742-03F7-4E29-B7A8-C0C903E98A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E3B0CB-531C-45E4-93ED-684D5974120D}"/>
              </a:ext>
            </a:extLst>
          </p:cNvPr>
          <p:cNvSpPr>
            <a:spLocks noGrp="1"/>
          </p:cNvSpPr>
          <p:nvPr>
            <p:ph type="sldNum" sz="quarter" idx="12"/>
          </p:nvPr>
        </p:nvSpPr>
        <p:spPr/>
        <p:txBody>
          <a:bodyPr/>
          <a:lstStyle/>
          <a:p>
            <a:fld id="{7410A50A-57FD-4B52-8D31-F4156E74026B}" type="slidenum">
              <a:rPr lang="en-US" smtClean="0"/>
              <a:t>‹#›</a:t>
            </a:fld>
            <a:endParaRPr lang="en-US"/>
          </a:p>
        </p:txBody>
      </p:sp>
    </p:spTree>
    <p:extLst>
      <p:ext uri="{BB962C8B-B14F-4D97-AF65-F5344CB8AC3E}">
        <p14:creationId xmlns:p14="http://schemas.microsoft.com/office/powerpoint/2010/main" val="472709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80481-FECD-4031-97F0-28E963E01B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CF0251-9EDA-4B59-8160-C3EE9F5F4C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65891C-E545-4A1C-BC91-39C4029B84E5}"/>
              </a:ext>
            </a:extLst>
          </p:cNvPr>
          <p:cNvSpPr>
            <a:spLocks noGrp="1"/>
          </p:cNvSpPr>
          <p:nvPr>
            <p:ph type="dt" sz="half" idx="10"/>
          </p:nvPr>
        </p:nvSpPr>
        <p:spPr/>
        <p:txBody>
          <a:bodyPr/>
          <a:lstStyle/>
          <a:p>
            <a:fld id="{6F7DD336-169F-4481-9626-92B6F75A6ACF}" type="datetimeFigureOut">
              <a:rPr lang="en-US" smtClean="0"/>
              <a:t>12/4/2020</a:t>
            </a:fld>
            <a:endParaRPr lang="en-US"/>
          </a:p>
        </p:txBody>
      </p:sp>
      <p:sp>
        <p:nvSpPr>
          <p:cNvPr id="5" name="Footer Placeholder 4">
            <a:extLst>
              <a:ext uri="{FF2B5EF4-FFF2-40B4-BE49-F238E27FC236}">
                <a16:creationId xmlns:a16="http://schemas.microsoft.com/office/drawing/2014/main" id="{EF760AE4-00AD-4662-B2C0-D13C1E84BD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0C595E-3249-485C-A220-F615119BF5EF}"/>
              </a:ext>
            </a:extLst>
          </p:cNvPr>
          <p:cNvSpPr>
            <a:spLocks noGrp="1"/>
          </p:cNvSpPr>
          <p:nvPr>
            <p:ph type="sldNum" sz="quarter" idx="12"/>
          </p:nvPr>
        </p:nvSpPr>
        <p:spPr/>
        <p:txBody>
          <a:bodyPr/>
          <a:lstStyle/>
          <a:p>
            <a:fld id="{7410A50A-57FD-4B52-8D31-F4156E74026B}" type="slidenum">
              <a:rPr lang="en-US" smtClean="0"/>
              <a:t>‹#›</a:t>
            </a:fld>
            <a:endParaRPr lang="en-US"/>
          </a:p>
        </p:txBody>
      </p:sp>
    </p:spTree>
    <p:extLst>
      <p:ext uri="{BB962C8B-B14F-4D97-AF65-F5344CB8AC3E}">
        <p14:creationId xmlns:p14="http://schemas.microsoft.com/office/powerpoint/2010/main" val="3321503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885DB4-07ED-4A06-A477-52CF822DE45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568F33-361F-49D8-8585-7F2A231FC3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BF4011-5873-4FED-87D0-61C7CC81085D}"/>
              </a:ext>
            </a:extLst>
          </p:cNvPr>
          <p:cNvSpPr>
            <a:spLocks noGrp="1"/>
          </p:cNvSpPr>
          <p:nvPr>
            <p:ph type="dt" sz="half" idx="10"/>
          </p:nvPr>
        </p:nvSpPr>
        <p:spPr/>
        <p:txBody>
          <a:bodyPr/>
          <a:lstStyle/>
          <a:p>
            <a:fld id="{6F7DD336-169F-4481-9626-92B6F75A6ACF}" type="datetimeFigureOut">
              <a:rPr lang="en-US" smtClean="0"/>
              <a:t>12/4/2020</a:t>
            </a:fld>
            <a:endParaRPr lang="en-US"/>
          </a:p>
        </p:txBody>
      </p:sp>
      <p:sp>
        <p:nvSpPr>
          <p:cNvPr id="5" name="Footer Placeholder 4">
            <a:extLst>
              <a:ext uri="{FF2B5EF4-FFF2-40B4-BE49-F238E27FC236}">
                <a16:creationId xmlns:a16="http://schemas.microsoft.com/office/drawing/2014/main" id="{44B51D78-5E3C-4E44-B76E-A21469BD31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0EC29F-50D3-4A41-B7C8-204F4357EBC2}"/>
              </a:ext>
            </a:extLst>
          </p:cNvPr>
          <p:cNvSpPr>
            <a:spLocks noGrp="1"/>
          </p:cNvSpPr>
          <p:nvPr>
            <p:ph type="sldNum" sz="quarter" idx="12"/>
          </p:nvPr>
        </p:nvSpPr>
        <p:spPr/>
        <p:txBody>
          <a:bodyPr/>
          <a:lstStyle/>
          <a:p>
            <a:fld id="{7410A50A-57FD-4B52-8D31-F4156E74026B}" type="slidenum">
              <a:rPr lang="en-US" smtClean="0"/>
              <a:t>‹#›</a:t>
            </a:fld>
            <a:endParaRPr lang="en-US"/>
          </a:p>
        </p:txBody>
      </p:sp>
    </p:spTree>
    <p:extLst>
      <p:ext uri="{BB962C8B-B14F-4D97-AF65-F5344CB8AC3E}">
        <p14:creationId xmlns:p14="http://schemas.microsoft.com/office/powerpoint/2010/main" val="3058722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1CB8BE-E307-4146-992F-414F3887BD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CA68990-72D2-495A-A5C5-CA1317F9F5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838D28-C94B-41C0-B3C7-E7AEAF8516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7DD336-169F-4481-9626-92B6F75A6ACF}" type="datetimeFigureOut">
              <a:rPr lang="en-US" smtClean="0"/>
              <a:t>12/4/2020</a:t>
            </a:fld>
            <a:endParaRPr lang="en-US"/>
          </a:p>
        </p:txBody>
      </p:sp>
      <p:sp>
        <p:nvSpPr>
          <p:cNvPr id="5" name="Footer Placeholder 4">
            <a:extLst>
              <a:ext uri="{FF2B5EF4-FFF2-40B4-BE49-F238E27FC236}">
                <a16:creationId xmlns:a16="http://schemas.microsoft.com/office/drawing/2014/main" id="{9068258E-1F83-4EB7-A600-2DA585B7B2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D5682AA-BCC5-470D-8BD6-366AE1C997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10A50A-57FD-4B52-8D31-F4156E74026B}" type="slidenum">
              <a:rPr lang="en-US" smtClean="0"/>
              <a:t>‹#›</a:t>
            </a:fld>
            <a:endParaRPr lang="en-US"/>
          </a:p>
        </p:txBody>
      </p:sp>
    </p:spTree>
    <p:extLst>
      <p:ext uri="{BB962C8B-B14F-4D97-AF65-F5344CB8AC3E}">
        <p14:creationId xmlns:p14="http://schemas.microsoft.com/office/powerpoint/2010/main" val="1861583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vuejs/awesome-vue#components--libraries" TargetMode="External"/><Relationship Id="rId2" Type="http://schemas.openxmlformats.org/officeDocument/2006/relationships/hyperlink" Target="https://vuejs.org/v2/guide/single-file-components.html"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589340-25CE-4A8D-BF14-B33E46664D47}"/>
              </a:ext>
            </a:extLst>
          </p:cNvPr>
          <p:cNvSpPr txBox="1"/>
          <p:nvPr/>
        </p:nvSpPr>
        <p:spPr>
          <a:xfrm>
            <a:off x="1647825" y="2381250"/>
            <a:ext cx="8896350" cy="1631216"/>
          </a:xfrm>
          <a:prstGeom prst="rect">
            <a:avLst/>
          </a:prstGeom>
          <a:noFill/>
        </p:spPr>
        <p:txBody>
          <a:bodyPr wrap="square" rtlCol="0">
            <a:spAutoFit/>
          </a:bodyPr>
          <a:lstStyle/>
          <a:p>
            <a:pPr algn="ctr"/>
            <a:r>
              <a:rPr lang="en-US" sz="5000" dirty="0">
                <a:solidFill>
                  <a:schemeClr val="bg1"/>
                </a:solidFill>
              </a:rPr>
              <a:t>BUILDING PLAYER MUSIC SYSTEM</a:t>
            </a:r>
          </a:p>
          <a:p>
            <a:pPr algn="ctr"/>
            <a:r>
              <a:rPr lang="en-US" sz="5000" dirty="0">
                <a:solidFill>
                  <a:schemeClr val="bg1"/>
                </a:solidFill>
              </a:rPr>
              <a:t>BY VUE.JS</a:t>
            </a:r>
          </a:p>
        </p:txBody>
      </p:sp>
      <p:sp>
        <p:nvSpPr>
          <p:cNvPr id="6" name="TextBox 5">
            <a:extLst>
              <a:ext uri="{FF2B5EF4-FFF2-40B4-BE49-F238E27FC236}">
                <a16:creationId xmlns:a16="http://schemas.microsoft.com/office/drawing/2014/main" id="{6C17AC68-3111-4C25-8CAF-72475CB84AF0}"/>
              </a:ext>
            </a:extLst>
          </p:cNvPr>
          <p:cNvSpPr txBox="1"/>
          <p:nvPr/>
        </p:nvSpPr>
        <p:spPr>
          <a:xfrm>
            <a:off x="91440" y="5005554"/>
            <a:ext cx="7854696" cy="1785104"/>
          </a:xfrm>
          <a:prstGeom prst="rect">
            <a:avLst/>
          </a:prstGeom>
          <a:noFill/>
        </p:spPr>
        <p:txBody>
          <a:bodyPr wrap="square" rtlCol="0">
            <a:spAutoFit/>
          </a:bodyPr>
          <a:lstStyle/>
          <a:p>
            <a:r>
              <a:rPr lang="en-US" sz="2200" dirty="0">
                <a:solidFill>
                  <a:schemeClr val="bg1"/>
                </a:solidFill>
              </a:rPr>
              <a:t>Thu </a:t>
            </a:r>
            <a:r>
              <a:rPr lang="en-US" sz="2200" dirty="0" err="1">
                <a:solidFill>
                  <a:schemeClr val="bg1"/>
                </a:solidFill>
              </a:rPr>
              <a:t>Dau</a:t>
            </a:r>
            <a:r>
              <a:rPr lang="en-US" sz="2200" dirty="0">
                <a:solidFill>
                  <a:schemeClr val="bg1"/>
                </a:solidFill>
              </a:rPr>
              <a:t> Mot University – Institute of Engineering - Technology</a:t>
            </a:r>
          </a:p>
          <a:p>
            <a:r>
              <a:rPr lang="en-US" sz="2200" dirty="0">
                <a:solidFill>
                  <a:schemeClr val="bg1"/>
                </a:solidFill>
              </a:rPr>
              <a:t>Business implementation</a:t>
            </a:r>
          </a:p>
          <a:p>
            <a:r>
              <a:rPr lang="en-US" sz="2200" dirty="0">
                <a:solidFill>
                  <a:schemeClr val="bg1"/>
                </a:solidFill>
              </a:rPr>
              <a:t>Master:    Tran Van </a:t>
            </a:r>
            <a:r>
              <a:rPr lang="en-US" sz="2200" dirty="0" err="1">
                <a:solidFill>
                  <a:schemeClr val="bg1"/>
                </a:solidFill>
              </a:rPr>
              <a:t>Huu</a:t>
            </a:r>
            <a:endParaRPr lang="en-US" sz="2200" dirty="0">
              <a:solidFill>
                <a:schemeClr val="bg1"/>
              </a:solidFill>
            </a:endParaRPr>
          </a:p>
          <a:p>
            <a:r>
              <a:rPr lang="en-US" sz="2200" dirty="0">
                <a:solidFill>
                  <a:schemeClr val="bg1"/>
                </a:solidFill>
              </a:rPr>
              <a:t>Executor: Nguyen Anh Hao</a:t>
            </a:r>
          </a:p>
          <a:p>
            <a:r>
              <a:rPr lang="en-US" sz="2200" dirty="0">
                <a:solidFill>
                  <a:schemeClr val="bg1"/>
                </a:solidFill>
              </a:rPr>
              <a:t>	   Tran Tien </a:t>
            </a:r>
            <a:r>
              <a:rPr lang="en-US" sz="2200" dirty="0" err="1">
                <a:solidFill>
                  <a:schemeClr val="bg1"/>
                </a:solidFill>
              </a:rPr>
              <a:t>Dat</a:t>
            </a:r>
            <a:endParaRPr lang="en-US" sz="2200" dirty="0">
              <a:solidFill>
                <a:schemeClr val="bg1"/>
              </a:solidFill>
            </a:endParaRPr>
          </a:p>
        </p:txBody>
      </p:sp>
    </p:spTree>
    <p:extLst>
      <p:ext uri="{BB962C8B-B14F-4D97-AF65-F5344CB8AC3E}">
        <p14:creationId xmlns:p14="http://schemas.microsoft.com/office/powerpoint/2010/main" val="147779394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7A7EF0-0002-4BA3-A4D6-83E475E69815}"/>
              </a:ext>
            </a:extLst>
          </p:cNvPr>
          <p:cNvSpPr txBox="1"/>
          <p:nvPr/>
        </p:nvSpPr>
        <p:spPr>
          <a:xfrm>
            <a:off x="1647825" y="2381250"/>
            <a:ext cx="8896350" cy="1631216"/>
          </a:xfrm>
          <a:prstGeom prst="rect">
            <a:avLst/>
          </a:prstGeom>
          <a:noFill/>
        </p:spPr>
        <p:txBody>
          <a:bodyPr wrap="square" rtlCol="0">
            <a:spAutoFit/>
          </a:bodyPr>
          <a:lstStyle/>
          <a:p>
            <a:pPr algn="ctr"/>
            <a:r>
              <a:rPr lang="en-US" sz="5000" dirty="0">
                <a:solidFill>
                  <a:schemeClr val="bg1"/>
                </a:solidFill>
              </a:rPr>
              <a:t>BUILDING PLAYER MUSIC SYSTEM</a:t>
            </a:r>
          </a:p>
          <a:p>
            <a:pPr algn="ctr"/>
            <a:r>
              <a:rPr lang="en-US" sz="5000" dirty="0">
                <a:solidFill>
                  <a:schemeClr val="bg1"/>
                </a:solidFill>
              </a:rPr>
              <a:t>BY VUE.JS</a:t>
            </a:r>
          </a:p>
        </p:txBody>
      </p:sp>
      <p:sp>
        <p:nvSpPr>
          <p:cNvPr id="3" name="TextBox 2">
            <a:extLst>
              <a:ext uri="{FF2B5EF4-FFF2-40B4-BE49-F238E27FC236}">
                <a16:creationId xmlns:a16="http://schemas.microsoft.com/office/drawing/2014/main" id="{1249351E-D93E-4F2A-970C-C1B5B710A0F1}"/>
              </a:ext>
            </a:extLst>
          </p:cNvPr>
          <p:cNvSpPr txBox="1"/>
          <p:nvPr/>
        </p:nvSpPr>
        <p:spPr>
          <a:xfrm>
            <a:off x="522732" y="1141238"/>
            <a:ext cx="8896350" cy="553998"/>
          </a:xfrm>
          <a:prstGeom prst="rect">
            <a:avLst/>
          </a:prstGeom>
          <a:noFill/>
        </p:spPr>
        <p:txBody>
          <a:bodyPr wrap="square" rtlCol="0">
            <a:spAutoFit/>
          </a:bodyPr>
          <a:lstStyle/>
          <a:p>
            <a:r>
              <a:rPr lang="en-US" sz="3000" dirty="0">
                <a:solidFill>
                  <a:schemeClr val="bg1"/>
                </a:solidFill>
              </a:rPr>
              <a:t>About the Vue.JS technology</a:t>
            </a:r>
          </a:p>
        </p:txBody>
      </p:sp>
      <p:sp>
        <p:nvSpPr>
          <p:cNvPr id="4" name="TextBox 3">
            <a:extLst>
              <a:ext uri="{FF2B5EF4-FFF2-40B4-BE49-F238E27FC236}">
                <a16:creationId xmlns:a16="http://schemas.microsoft.com/office/drawing/2014/main" id="{55CF7793-3164-4BB3-B916-7B6C90783AE9}"/>
              </a:ext>
            </a:extLst>
          </p:cNvPr>
          <p:cNvSpPr txBox="1"/>
          <p:nvPr/>
        </p:nvSpPr>
        <p:spPr>
          <a:xfrm>
            <a:off x="522732" y="1914906"/>
            <a:ext cx="4457700" cy="553998"/>
          </a:xfrm>
          <a:prstGeom prst="rect">
            <a:avLst/>
          </a:prstGeom>
          <a:noFill/>
        </p:spPr>
        <p:txBody>
          <a:bodyPr wrap="square" rtlCol="0">
            <a:spAutoFit/>
          </a:bodyPr>
          <a:lstStyle/>
          <a:p>
            <a:r>
              <a:rPr lang="en-US" sz="3000" dirty="0">
                <a:solidFill>
                  <a:schemeClr val="bg1"/>
                </a:solidFill>
              </a:rPr>
              <a:t>The player music system</a:t>
            </a:r>
          </a:p>
        </p:txBody>
      </p:sp>
      <p:sp>
        <p:nvSpPr>
          <p:cNvPr id="5" name="TextBox 4">
            <a:extLst>
              <a:ext uri="{FF2B5EF4-FFF2-40B4-BE49-F238E27FC236}">
                <a16:creationId xmlns:a16="http://schemas.microsoft.com/office/drawing/2014/main" id="{F8BE5C8B-CBDB-4857-BA19-3E7A37B7956C}"/>
              </a:ext>
            </a:extLst>
          </p:cNvPr>
          <p:cNvSpPr txBox="1"/>
          <p:nvPr/>
        </p:nvSpPr>
        <p:spPr>
          <a:xfrm>
            <a:off x="1647825" y="2766912"/>
            <a:ext cx="8896350" cy="861774"/>
          </a:xfrm>
          <a:prstGeom prst="rect">
            <a:avLst/>
          </a:prstGeom>
          <a:noFill/>
        </p:spPr>
        <p:txBody>
          <a:bodyPr wrap="square" rtlCol="0">
            <a:spAutoFit/>
          </a:bodyPr>
          <a:lstStyle/>
          <a:p>
            <a:pPr algn="ctr"/>
            <a:r>
              <a:rPr lang="en-US" sz="5000" dirty="0">
                <a:solidFill>
                  <a:schemeClr val="bg1"/>
                </a:solidFill>
              </a:rPr>
              <a:t>WHAT IS VUE.JS?</a:t>
            </a:r>
          </a:p>
        </p:txBody>
      </p:sp>
      <p:sp>
        <p:nvSpPr>
          <p:cNvPr id="6" name="TextBox 5">
            <a:extLst>
              <a:ext uri="{FF2B5EF4-FFF2-40B4-BE49-F238E27FC236}">
                <a16:creationId xmlns:a16="http://schemas.microsoft.com/office/drawing/2014/main" id="{C97A329D-365B-4520-81C9-25B58C1725A4}"/>
              </a:ext>
            </a:extLst>
          </p:cNvPr>
          <p:cNvSpPr txBox="1"/>
          <p:nvPr/>
        </p:nvSpPr>
        <p:spPr>
          <a:xfrm>
            <a:off x="251840" y="200406"/>
            <a:ext cx="3171825" cy="553998"/>
          </a:xfrm>
          <a:prstGeom prst="rect">
            <a:avLst/>
          </a:prstGeom>
          <a:noFill/>
        </p:spPr>
        <p:txBody>
          <a:bodyPr wrap="square" rtlCol="0">
            <a:spAutoFit/>
          </a:bodyPr>
          <a:lstStyle/>
          <a:p>
            <a:r>
              <a:rPr lang="en-US" sz="3000" dirty="0">
                <a:solidFill>
                  <a:schemeClr val="bg1"/>
                </a:solidFill>
              </a:rPr>
              <a:t>What is Vue.JS?</a:t>
            </a:r>
          </a:p>
        </p:txBody>
      </p:sp>
      <p:sp>
        <p:nvSpPr>
          <p:cNvPr id="7" name="TextBox 6">
            <a:extLst>
              <a:ext uri="{FF2B5EF4-FFF2-40B4-BE49-F238E27FC236}">
                <a16:creationId xmlns:a16="http://schemas.microsoft.com/office/drawing/2014/main" id="{C932F5E0-866E-4C68-9061-FF01C0A34772}"/>
              </a:ext>
            </a:extLst>
          </p:cNvPr>
          <p:cNvSpPr txBox="1"/>
          <p:nvPr/>
        </p:nvSpPr>
        <p:spPr>
          <a:xfrm>
            <a:off x="1040606" y="1427143"/>
            <a:ext cx="10110788" cy="3539430"/>
          </a:xfrm>
          <a:prstGeom prst="rect">
            <a:avLst/>
          </a:prstGeom>
          <a:noFill/>
        </p:spPr>
        <p:txBody>
          <a:bodyPr wrap="square" rtlCol="0">
            <a:spAutoFit/>
          </a:bodyPr>
          <a:lstStyle/>
          <a:p>
            <a:pPr algn="just"/>
            <a:r>
              <a:rPr lang="en-US" sz="2800" b="0" i="0" dirty="0">
                <a:solidFill>
                  <a:schemeClr val="bg1"/>
                </a:solidFill>
                <a:effectLst/>
                <a:latin typeface="+mj-lt"/>
              </a:rPr>
              <a:t>Vue (pronounced /</a:t>
            </a:r>
            <a:r>
              <a:rPr lang="en-US" sz="2800" b="0" i="0" dirty="0" err="1">
                <a:solidFill>
                  <a:schemeClr val="bg1"/>
                </a:solidFill>
                <a:effectLst/>
                <a:latin typeface="+mj-lt"/>
              </a:rPr>
              <a:t>vju</a:t>
            </a:r>
            <a:r>
              <a:rPr lang="en-US" sz="2800" b="0" i="0" dirty="0">
                <a:solidFill>
                  <a:schemeClr val="bg1"/>
                </a:solidFill>
                <a:effectLst/>
                <a:latin typeface="+mj-lt"/>
              </a:rPr>
              <a:t>ː/, like </a:t>
            </a:r>
            <a:r>
              <a:rPr lang="en-US" sz="2800" b="1" i="0" dirty="0">
                <a:solidFill>
                  <a:schemeClr val="bg1"/>
                </a:solidFill>
                <a:effectLst/>
                <a:latin typeface="+mj-lt"/>
              </a:rPr>
              <a:t>view</a:t>
            </a:r>
            <a:r>
              <a:rPr lang="en-US" sz="2800" b="0" i="0" dirty="0">
                <a:solidFill>
                  <a:schemeClr val="bg1"/>
                </a:solidFill>
                <a:effectLst/>
                <a:latin typeface="+mj-lt"/>
              </a:rPr>
              <a:t>) is a </a:t>
            </a:r>
            <a:r>
              <a:rPr lang="en-US" sz="2800" b="1" i="0" dirty="0">
                <a:solidFill>
                  <a:schemeClr val="bg1"/>
                </a:solidFill>
                <a:effectLst/>
                <a:latin typeface="+mj-lt"/>
              </a:rPr>
              <a:t>progressive framework</a:t>
            </a:r>
            <a:r>
              <a:rPr lang="en-US" sz="2800" b="0" i="0" dirty="0">
                <a:solidFill>
                  <a:schemeClr val="bg1"/>
                </a:solidFill>
                <a:effectLst/>
                <a:latin typeface="+mj-lt"/>
              </a:rPr>
              <a:t> for building user interfaces. Unlike other monolithic frameworks, Vue is designed from the ground up to be incrementally adoptable. The core library is focused on the view layer only, and is easy to pick up and integrate with other libraries or existing projects. On the other hand, Vue is also perfectly capable of powering sophisticated Single-Page Applications when used in combination with </a:t>
            </a:r>
            <a:r>
              <a:rPr lang="en-US" sz="2800" b="1" i="0" strike="noStrike" dirty="0">
                <a:solidFill>
                  <a:schemeClr val="bg1"/>
                </a:solidFill>
                <a:effectLst/>
                <a:latin typeface="+mj-lt"/>
                <a:hlinkClick r:id="rId2">
                  <a:extLst>
                    <a:ext uri="{A12FA001-AC4F-418D-AE19-62706E023703}">
                      <ahyp:hlinkClr xmlns:ahyp="http://schemas.microsoft.com/office/drawing/2018/hyperlinkcolor" val="tx"/>
                    </a:ext>
                  </a:extLst>
                </a:hlinkClick>
              </a:rPr>
              <a:t>modern tooling</a:t>
            </a:r>
            <a:r>
              <a:rPr lang="en-US" sz="2800" b="0" i="0" dirty="0">
                <a:solidFill>
                  <a:schemeClr val="bg1"/>
                </a:solidFill>
                <a:effectLst/>
                <a:latin typeface="+mj-lt"/>
              </a:rPr>
              <a:t> and </a:t>
            </a:r>
            <a:r>
              <a:rPr lang="en-US" sz="2800" b="1" i="0" strike="noStrike" dirty="0">
                <a:solidFill>
                  <a:schemeClr val="bg1"/>
                </a:solidFill>
                <a:effectLst/>
                <a:latin typeface="+mj-lt"/>
                <a:hlinkClick r:id="rId3">
                  <a:extLst>
                    <a:ext uri="{A12FA001-AC4F-418D-AE19-62706E023703}">
                      <ahyp:hlinkClr xmlns:ahyp="http://schemas.microsoft.com/office/drawing/2018/hyperlinkcolor" val="tx"/>
                    </a:ext>
                  </a:extLst>
                </a:hlinkClick>
              </a:rPr>
              <a:t>supporting libraries</a:t>
            </a:r>
            <a:r>
              <a:rPr lang="en-US" sz="2800" b="0" i="0" dirty="0">
                <a:solidFill>
                  <a:schemeClr val="bg1"/>
                </a:solidFill>
                <a:effectLst/>
                <a:latin typeface="+mj-lt"/>
              </a:rPr>
              <a:t>.</a:t>
            </a:r>
            <a:endParaRPr lang="en-US" sz="2800" dirty="0">
              <a:solidFill>
                <a:schemeClr val="bg1"/>
              </a:solidFill>
              <a:latin typeface="+mj-lt"/>
            </a:endParaRPr>
          </a:p>
        </p:txBody>
      </p:sp>
      <p:sp>
        <p:nvSpPr>
          <p:cNvPr id="8" name="TextBox 7">
            <a:extLst>
              <a:ext uri="{FF2B5EF4-FFF2-40B4-BE49-F238E27FC236}">
                <a16:creationId xmlns:a16="http://schemas.microsoft.com/office/drawing/2014/main" id="{36FA3814-6737-4C25-A988-B874BAB01A6E}"/>
              </a:ext>
            </a:extLst>
          </p:cNvPr>
          <p:cNvSpPr txBox="1"/>
          <p:nvPr/>
        </p:nvSpPr>
        <p:spPr>
          <a:xfrm>
            <a:off x="123824" y="6314553"/>
            <a:ext cx="3800476" cy="400110"/>
          </a:xfrm>
          <a:prstGeom prst="rect">
            <a:avLst/>
          </a:prstGeom>
          <a:noFill/>
        </p:spPr>
        <p:txBody>
          <a:bodyPr wrap="square" rtlCol="0">
            <a:spAutoFit/>
          </a:bodyPr>
          <a:lstStyle/>
          <a:p>
            <a:r>
              <a:rPr lang="en-US" sz="2000" i="1" dirty="0">
                <a:solidFill>
                  <a:schemeClr val="bg1"/>
                </a:solidFill>
              </a:rPr>
              <a:t>Source: https://vuejs.org/</a:t>
            </a:r>
          </a:p>
        </p:txBody>
      </p:sp>
      <p:sp>
        <p:nvSpPr>
          <p:cNvPr id="9" name="TextBox 8">
            <a:extLst>
              <a:ext uri="{FF2B5EF4-FFF2-40B4-BE49-F238E27FC236}">
                <a16:creationId xmlns:a16="http://schemas.microsoft.com/office/drawing/2014/main" id="{F4176B09-5FE0-40B0-AD9A-2E953796F257}"/>
              </a:ext>
            </a:extLst>
          </p:cNvPr>
          <p:cNvSpPr txBox="1"/>
          <p:nvPr/>
        </p:nvSpPr>
        <p:spPr>
          <a:xfrm>
            <a:off x="251840" y="200406"/>
            <a:ext cx="3800476" cy="553998"/>
          </a:xfrm>
          <a:prstGeom prst="rect">
            <a:avLst/>
          </a:prstGeom>
          <a:noFill/>
        </p:spPr>
        <p:txBody>
          <a:bodyPr wrap="square" rtlCol="0">
            <a:spAutoFit/>
          </a:bodyPr>
          <a:lstStyle/>
          <a:p>
            <a:r>
              <a:rPr lang="en-US" sz="3000" dirty="0">
                <a:solidFill>
                  <a:schemeClr val="bg1"/>
                </a:solidFill>
              </a:rPr>
              <a:t>Component structure</a:t>
            </a:r>
          </a:p>
        </p:txBody>
      </p:sp>
    </p:spTree>
    <p:extLst>
      <p:ext uri="{BB962C8B-B14F-4D97-AF65-F5344CB8AC3E}">
        <p14:creationId xmlns:p14="http://schemas.microsoft.com/office/powerpoint/2010/main" val="241386036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250"/>
                                  </p:stCondLst>
                                  <p:childTnLst>
                                    <p:animEffect transition="out" filter="fade">
                                      <p:cBhvr>
                                        <p:cTn id="6" dur="250"/>
                                        <p:tgtEl>
                                          <p:spTgt spid="2"/>
                                        </p:tgtEl>
                                      </p:cBhvr>
                                    </p:animEffect>
                                    <p:set>
                                      <p:cBhvr>
                                        <p:cTn id="7" dur="1" fill="hold">
                                          <p:stCondLst>
                                            <p:cond delay="249"/>
                                          </p:stCondLst>
                                        </p:cTn>
                                        <p:tgtEl>
                                          <p:spTgt spid="2"/>
                                        </p:tgtEl>
                                        <p:attrNameLst>
                                          <p:attrName>style.visibility</p:attrName>
                                        </p:attrNameLst>
                                      </p:cBhvr>
                                      <p:to>
                                        <p:strVal val="hidden"/>
                                      </p:to>
                                    </p:set>
                                  </p:childTnLst>
                                </p:cTn>
                              </p:par>
                            </p:childTnLst>
                          </p:cTn>
                        </p:par>
                        <p:par>
                          <p:cTn id="8" fill="hold">
                            <p:stCondLst>
                              <p:cond delay="500"/>
                            </p:stCondLst>
                            <p:childTnLst>
                              <p:par>
                                <p:cTn id="9" presetID="42" presetClass="entr" presetSubtype="0" fill="hold" grpId="2"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250"/>
                                        <p:tgtEl>
                                          <p:spTgt spid="3"/>
                                        </p:tgtEl>
                                      </p:cBhvr>
                                    </p:animEffect>
                                    <p:anim calcmode="lin" valueType="num">
                                      <p:cBhvr>
                                        <p:cTn id="12" dur="250" fill="hold"/>
                                        <p:tgtEl>
                                          <p:spTgt spid="3"/>
                                        </p:tgtEl>
                                        <p:attrNameLst>
                                          <p:attrName>ppt_x</p:attrName>
                                        </p:attrNameLst>
                                      </p:cBhvr>
                                      <p:tavLst>
                                        <p:tav tm="0">
                                          <p:val>
                                            <p:strVal val="#ppt_x"/>
                                          </p:val>
                                        </p:tav>
                                        <p:tav tm="100000">
                                          <p:val>
                                            <p:strVal val="#ppt_x"/>
                                          </p:val>
                                        </p:tav>
                                      </p:tavLst>
                                    </p:anim>
                                    <p:anim calcmode="lin" valueType="num">
                                      <p:cBhvr>
                                        <p:cTn id="13" dur="250" fill="hold"/>
                                        <p:tgtEl>
                                          <p:spTgt spid="3"/>
                                        </p:tgtEl>
                                        <p:attrNameLst>
                                          <p:attrName>ppt_y</p:attrName>
                                        </p:attrNameLst>
                                      </p:cBhvr>
                                      <p:tavLst>
                                        <p:tav tm="0">
                                          <p:val>
                                            <p:strVal val="#ppt_y+.1"/>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250"/>
                                        <p:tgtEl>
                                          <p:spTgt spid="4"/>
                                        </p:tgtEl>
                                      </p:cBhvr>
                                    </p:animEffect>
                                    <p:anim calcmode="lin" valueType="num">
                                      <p:cBhvr>
                                        <p:cTn id="17" dur="250" fill="hold"/>
                                        <p:tgtEl>
                                          <p:spTgt spid="4"/>
                                        </p:tgtEl>
                                        <p:attrNameLst>
                                          <p:attrName>ppt_x</p:attrName>
                                        </p:attrNameLst>
                                      </p:cBhvr>
                                      <p:tavLst>
                                        <p:tav tm="0">
                                          <p:val>
                                            <p:strVal val="#ppt_x"/>
                                          </p:val>
                                        </p:tav>
                                        <p:tav tm="100000">
                                          <p:val>
                                            <p:strVal val="#ppt_x"/>
                                          </p:val>
                                        </p:tav>
                                      </p:tavLst>
                                    </p:anim>
                                    <p:anim calcmode="lin" valueType="num">
                                      <p:cBhvr>
                                        <p:cTn id="18" dur="25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64" presetClass="path" presetSubtype="0" accel="50000" decel="50000" fill="hold" grpId="1" nodeType="clickEffect">
                                  <p:stCondLst>
                                    <p:cond delay="0"/>
                                  </p:stCondLst>
                                  <p:childTnLst>
                                    <p:animMotion origin="layout" path="M -2.29167E-6 -2.96296E-6 L -0.02969 -0.13865 " pathEditMode="relative" rAng="0" ptsTypes="AA">
                                      <p:cBhvr>
                                        <p:cTn id="22" dur="250" fill="hold"/>
                                        <p:tgtEl>
                                          <p:spTgt spid="3"/>
                                        </p:tgtEl>
                                        <p:attrNameLst>
                                          <p:attrName>ppt_x</p:attrName>
                                          <p:attrName>ppt_y</p:attrName>
                                        </p:attrNameLst>
                                      </p:cBhvr>
                                      <p:rCtr x="-1484" y="-6944"/>
                                    </p:animMotion>
                                  </p:childTnLst>
                                </p:cTn>
                              </p:par>
                              <p:par>
                                <p:cTn id="23" presetID="42" presetClass="exit" presetSubtype="0" fill="hold" grpId="1" nodeType="withEffect">
                                  <p:stCondLst>
                                    <p:cond delay="0"/>
                                  </p:stCondLst>
                                  <p:childTnLst>
                                    <p:animEffect transition="out" filter="fade">
                                      <p:cBhvr>
                                        <p:cTn id="24" dur="250"/>
                                        <p:tgtEl>
                                          <p:spTgt spid="4"/>
                                        </p:tgtEl>
                                      </p:cBhvr>
                                    </p:animEffect>
                                    <p:anim calcmode="lin" valueType="num">
                                      <p:cBhvr>
                                        <p:cTn id="25" dur="250"/>
                                        <p:tgtEl>
                                          <p:spTgt spid="4"/>
                                        </p:tgtEl>
                                        <p:attrNameLst>
                                          <p:attrName>ppt_x</p:attrName>
                                        </p:attrNameLst>
                                      </p:cBhvr>
                                      <p:tavLst>
                                        <p:tav tm="0">
                                          <p:val>
                                            <p:strVal val="ppt_x"/>
                                          </p:val>
                                        </p:tav>
                                        <p:tav tm="100000">
                                          <p:val>
                                            <p:strVal val="ppt_x"/>
                                          </p:val>
                                        </p:tav>
                                      </p:tavLst>
                                    </p:anim>
                                    <p:anim calcmode="lin" valueType="num">
                                      <p:cBhvr>
                                        <p:cTn id="26" dur="250"/>
                                        <p:tgtEl>
                                          <p:spTgt spid="4"/>
                                        </p:tgtEl>
                                        <p:attrNameLst>
                                          <p:attrName>ppt_y</p:attrName>
                                        </p:attrNameLst>
                                      </p:cBhvr>
                                      <p:tavLst>
                                        <p:tav tm="0">
                                          <p:val>
                                            <p:strVal val="ppt_y"/>
                                          </p:val>
                                        </p:tav>
                                        <p:tav tm="100000">
                                          <p:val>
                                            <p:strVal val="ppt_y+.1"/>
                                          </p:val>
                                        </p:tav>
                                      </p:tavLst>
                                    </p:anim>
                                    <p:set>
                                      <p:cBhvr>
                                        <p:cTn id="27" dur="1" fill="hold">
                                          <p:stCondLst>
                                            <p:cond delay="249"/>
                                          </p:stCondLst>
                                        </p:cTn>
                                        <p:tgtEl>
                                          <p:spTgt spid="4"/>
                                        </p:tgtEl>
                                        <p:attrNameLst>
                                          <p:attrName>style.visibility</p:attrName>
                                        </p:attrNameLst>
                                      </p:cBhvr>
                                      <p:to>
                                        <p:strVal val="hidden"/>
                                      </p:to>
                                    </p:set>
                                  </p:childTnLst>
                                </p:cTn>
                              </p:par>
                            </p:childTnLst>
                          </p:cTn>
                        </p:par>
                        <p:par>
                          <p:cTn id="28" fill="hold">
                            <p:stCondLst>
                              <p:cond delay="250"/>
                            </p:stCondLst>
                            <p:childTnLst>
                              <p:par>
                                <p:cTn id="29" presetID="42" presetClass="exit" presetSubtype="0" fill="hold" grpId="3" nodeType="afterEffect">
                                  <p:stCondLst>
                                    <p:cond delay="750"/>
                                  </p:stCondLst>
                                  <p:childTnLst>
                                    <p:animEffect transition="out" filter="fade">
                                      <p:cBhvr>
                                        <p:cTn id="30" dur="250"/>
                                        <p:tgtEl>
                                          <p:spTgt spid="3"/>
                                        </p:tgtEl>
                                      </p:cBhvr>
                                    </p:animEffect>
                                    <p:anim calcmode="lin" valueType="num">
                                      <p:cBhvr>
                                        <p:cTn id="31" dur="250"/>
                                        <p:tgtEl>
                                          <p:spTgt spid="3"/>
                                        </p:tgtEl>
                                        <p:attrNameLst>
                                          <p:attrName>ppt_x</p:attrName>
                                        </p:attrNameLst>
                                      </p:cBhvr>
                                      <p:tavLst>
                                        <p:tav tm="0">
                                          <p:val>
                                            <p:strVal val="ppt_x"/>
                                          </p:val>
                                        </p:tav>
                                        <p:tav tm="100000">
                                          <p:val>
                                            <p:strVal val="ppt_x"/>
                                          </p:val>
                                        </p:tav>
                                      </p:tavLst>
                                    </p:anim>
                                    <p:anim calcmode="lin" valueType="num">
                                      <p:cBhvr>
                                        <p:cTn id="32" dur="250"/>
                                        <p:tgtEl>
                                          <p:spTgt spid="3"/>
                                        </p:tgtEl>
                                        <p:attrNameLst>
                                          <p:attrName>ppt_y</p:attrName>
                                        </p:attrNameLst>
                                      </p:cBhvr>
                                      <p:tavLst>
                                        <p:tav tm="0">
                                          <p:val>
                                            <p:strVal val="ppt_y"/>
                                          </p:val>
                                        </p:tav>
                                        <p:tav tm="100000">
                                          <p:val>
                                            <p:strVal val="ppt_y+.1"/>
                                          </p:val>
                                        </p:tav>
                                      </p:tavLst>
                                    </p:anim>
                                    <p:set>
                                      <p:cBhvr>
                                        <p:cTn id="33" dur="1" fill="hold">
                                          <p:stCondLst>
                                            <p:cond delay="249"/>
                                          </p:stCondLst>
                                        </p:cTn>
                                        <p:tgtEl>
                                          <p:spTgt spid="3"/>
                                        </p:tgtEl>
                                        <p:attrNameLst>
                                          <p:attrName>style.visibility</p:attrName>
                                        </p:attrNameLst>
                                      </p:cBhvr>
                                      <p:to>
                                        <p:strVal val="hidden"/>
                                      </p:to>
                                    </p:set>
                                  </p:childTnLst>
                                </p:cTn>
                              </p:par>
                            </p:childTnLst>
                          </p:cTn>
                        </p:par>
                        <p:par>
                          <p:cTn id="34" fill="hold">
                            <p:stCondLst>
                              <p:cond delay="1250"/>
                            </p:stCondLst>
                            <p:childTnLst>
                              <p:par>
                                <p:cTn id="35" presetID="6" presetClass="entr" presetSubtype="16" fill="hold" grpId="0" nodeType="after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circle(in)">
                                      <p:cBhvr>
                                        <p:cTn id="37" dur="25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xit" presetSubtype="32" fill="hold" grpId="1" nodeType="clickEffect">
                                  <p:stCondLst>
                                    <p:cond delay="0"/>
                                  </p:stCondLst>
                                  <p:childTnLst>
                                    <p:animEffect transition="out" filter="circle(out)">
                                      <p:cBhvr>
                                        <p:cTn id="41" dur="250"/>
                                        <p:tgtEl>
                                          <p:spTgt spid="5"/>
                                        </p:tgtEl>
                                      </p:cBhvr>
                                    </p:animEffect>
                                    <p:set>
                                      <p:cBhvr>
                                        <p:cTn id="42" dur="1" fill="hold">
                                          <p:stCondLst>
                                            <p:cond delay="249"/>
                                          </p:stCondLst>
                                        </p:cTn>
                                        <p:tgtEl>
                                          <p:spTgt spid="5"/>
                                        </p:tgtEl>
                                        <p:attrNameLst>
                                          <p:attrName>style.visibility</p:attrName>
                                        </p:attrNameLst>
                                      </p:cBhvr>
                                      <p:to>
                                        <p:strVal val="hidden"/>
                                      </p:to>
                                    </p:set>
                                  </p:childTnLst>
                                </p:cTn>
                              </p:par>
                            </p:childTnLst>
                          </p:cTn>
                        </p:par>
                        <p:par>
                          <p:cTn id="43" fill="hold">
                            <p:stCondLst>
                              <p:cond delay="250"/>
                            </p:stCondLst>
                            <p:childTnLst>
                              <p:par>
                                <p:cTn id="44" presetID="42" presetClass="entr" presetSubtype="0" fill="hold" grpId="0" nodeType="after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250"/>
                                        <p:tgtEl>
                                          <p:spTgt spid="6"/>
                                        </p:tgtEl>
                                      </p:cBhvr>
                                    </p:animEffect>
                                    <p:anim calcmode="lin" valueType="num">
                                      <p:cBhvr>
                                        <p:cTn id="47" dur="250" fill="hold"/>
                                        <p:tgtEl>
                                          <p:spTgt spid="6"/>
                                        </p:tgtEl>
                                        <p:attrNameLst>
                                          <p:attrName>ppt_x</p:attrName>
                                        </p:attrNameLst>
                                      </p:cBhvr>
                                      <p:tavLst>
                                        <p:tav tm="0">
                                          <p:val>
                                            <p:strVal val="#ppt_x"/>
                                          </p:val>
                                        </p:tav>
                                        <p:tav tm="100000">
                                          <p:val>
                                            <p:strVal val="#ppt_x"/>
                                          </p:val>
                                        </p:tav>
                                      </p:tavLst>
                                    </p:anim>
                                    <p:anim calcmode="lin" valueType="num">
                                      <p:cBhvr>
                                        <p:cTn id="48" dur="250" fill="hold"/>
                                        <p:tgtEl>
                                          <p:spTgt spid="6"/>
                                        </p:tgtEl>
                                        <p:attrNameLst>
                                          <p:attrName>ppt_y</p:attrName>
                                        </p:attrNameLst>
                                      </p:cBhvr>
                                      <p:tavLst>
                                        <p:tav tm="0">
                                          <p:val>
                                            <p:strVal val="#ppt_y+.1"/>
                                          </p:val>
                                        </p:tav>
                                        <p:tav tm="100000">
                                          <p:val>
                                            <p:strVal val="#ppt_y"/>
                                          </p:val>
                                        </p:tav>
                                      </p:tavLst>
                                    </p:anim>
                                  </p:childTnLst>
                                </p:cTn>
                              </p:par>
                            </p:childTnLst>
                          </p:cTn>
                        </p:par>
                        <p:par>
                          <p:cTn id="49" fill="hold">
                            <p:stCondLst>
                              <p:cond delay="500"/>
                            </p:stCondLst>
                            <p:childTnLst>
                              <p:par>
                                <p:cTn id="50" presetID="16" presetClass="entr" presetSubtype="21" fill="hold" grpId="0" nodeType="afterEffect">
                                  <p:stCondLst>
                                    <p:cond delay="250"/>
                                  </p:stCondLst>
                                  <p:childTnLst>
                                    <p:set>
                                      <p:cBhvr>
                                        <p:cTn id="51" dur="1" fill="hold">
                                          <p:stCondLst>
                                            <p:cond delay="0"/>
                                          </p:stCondLst>
                                        </p:cTn>
                                        <p:tgtEl>
                                          <p:spTgt spid="7"/>
                                        </p:tgtEl>
                                        <p:attrNameLst>
                                          <p:attrName>style.visibility</p:attrName>
                                        </p:attrNameLst>
                                      </p:cBhvr>
                                      <p:to>
                                        <p:strVal val="visible"/>
                                      </p:to>
                                    </p:set>
                                    <p:animEffect transition="in" filter="barn(inVertical)">
                                      <p:cBhvr>
                                        <p:cTn id="52" dur="250"/>
                                        <p:tgtEl>
                                          <p:spTgt spid="7"/>
                                        </p:tgtEl>
                                      </p:cBhvr>
                                    </p:animEffect>
                                  </p:childTnLst>
                                </p:cTn>
                              </p:par>
                              <p:par>
                                <p:cTn id="53" presetID="10" presetClass="entr" presetSubtype="0" fill="hold" grpId="0" nodeType="withEffect">
                                  <p:stCondLst>
                                    <p:cond delay="25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250"/>
                                        <p:tgtEl>
                                          <p:spTgt spid="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grpId="1" nodeType="clickEffect">
                                  <p:stCondLst>
                                    <p:cond delay="0"/>
                                  </p:stCondLst>
                                  <p:childTnLst>
                                    <p:animEffect transition="out" filter="fade">
                                      <p:cBhvr>
                                        <p:cTn id="59" dur="250"/>
                                        <p:tgtEl>
                                          <p:spTgt spid="7"/>
                                        </p:tgtEl>
                                      </p:cBhvr>
                                    </p:animEffect>
                                    <p:set>
                                      <p:cBhvr>
                                        <p:cTn id="60" dur="1" fill="hold">
                                          <p:stCondLst>
                                            <p:cond delay="249"/>
                                          </p:stCondLst>
                                        </p:cTn>
                                        <p:tgtEl>
                                          <p:spTgt spid="7"/>
                                        </p:tgtEl>
                                        <p:attrNameLst>
                                          <p:attrName>style.visibility</p:attrName>
                                        </p:attrNameLst>
                                      </p:cBhvr>
                                      <p:to>
                                        <p:strVal val="hidden"/>
                                      </p:to>
                                    </p:set>
                                  </p:childTnLst>
                                </p:cTn>
                              </p:par>
                              <p:par>
                                <p:cTn id="61" presetID="42" presetClass="exit" presetSubtype="0" fill="hold" grpId="1" nodeType="withEffect">
                                  <p:stCondLst>
                                    <p:cond delay="0"/>
                                  </p:stCondLst>
                                  <p:childTnLst>
                                    <p:animEffect transition="out" filter="fade">
                                      <p:cBhvr>
                                        <p:cTn id="62" dur="250"/>
                                        <p:tgtEl>
                                          <p:spTgt spid="6"/>
                                        </p:tgtEl>
                                      </p:cBhvr>
                                    </p:animEffect>
                                    <p:anim calcmode="lin" valueType="num">
                                      <p:cBhvr>
                                        <p:cTn id="63" dur="250"/>
                                        <p:tgtEl>
                                          <p:spTgt spid="6"/>
                                        </p:tgtEl>
                                        <p:attrNameLst>
                                          <p:attrName>ppt_x</p:attrName>
                                        </p:attrNameLst>
                                      </p:cBhvr>
                                      <p:tavLst>
                                        <p:tav tm="0">
                                          <p:val>
                                            <p:strVal val="ppt_x"/>
                                          </p:val>
                                        </p:tav>
                                        <p:tav tm="100000">
                                          <p:val>
                                            <p:strVal val="ppt_x"/>
                                          </p:val>
                                        </p:tav>
                                      </p:tavLst>
                                    </p:anim>
                                    <p:anim calcmode="lin" valueType="num">
                                      <p:cBhvr>
                                        <p:cTn id="64" dur="250"/>
                                        <p:tgtEl>
                                          <p:spTgt spid="6"/>
                                        </p:tgtEl>
                                        <p:attrNameLst>
                                          <p:attrName>ppt_y</p:attrName>
                                        </p:attrNameLst>
                                      </p:cBhvr>
                                      <p:tavLst>
                                        <p:tav tm="0">
                                          <p:val>
                                            <p:strVal val="ppt_y"/>
                                          </p:val>
                                        </p:tav>
                                        <p:tav tm="100000">
                                          <p:val>
                                            <p:strVal val="ppt_y+.1"/>
                                          </p:val>
                                        </p:tav>
                                      </p:tavLst>
                                    </p:anim>
                                    <p:set>
                                      <p:cBhvr>
                                        <p:cTn id="65" dur="1" fill="hold">
                                          <p:stCondLst>
                                            <p:cond delay="249"/>
                                          </p:stCondLst>
                                        </p:cTn>
                                        <p:tgtEl>
                                          <p:spTgt spid="6"/>
                                        </p:tgtEl>
                                        <p:attrNameLst>
                                          <p:attrName>style.visibility</p:attrName>
                                        </p:attrNameLst>
                                      </p:cBhvr>
                                      <p:to>
                                        <p:strVal val="hidden"/>
                                      </p:to>
                                    </p:set>
                                  </p:childTnLst>
                                </p:cTn>
                              </p:par>
                              <p:par>
                                <p:cTn id="66" presetID="10" presetClass="exit" presetSubtype="0" fill="hold" grpId="1" nodeType="withEffect">
                                  <p:stCondLst>
                                    <p:cond delay="0"/>
                                  </p:stCondLst>
                                  <p:childTnLst>
                                    <p:animEffect transition="out" filter="fade">
                                      <p:cBhvr>
                                        <p:cTn id="67" dur="250"/>
                                        <p:tgtEl>
                                          <p:spTgt spid="8"/>
                                        </p:tgtEl>
                                      </p:cBhvr>
                                    </p:animEffect>
                                    <p:set>
                                      <p:cBhvr>
                                        <p:cTn id="68" dur="1" fill="hold">
                                          <p:stCondLst>
                                            <p:cond delay="249"/>
                                          </p:stCondLst>
                                        </p:cTn>
                                        <p:tgtEl>
                                          <p:spTgt spid="8"/>
                                        </p:tgtEl>
                                        <p:attrNameLst>
                                          <p:attrName>style.visibility</p:attrName>
                                        </p:attrNameLst>
                                      </p:cBhvr>
                                      <p:to>
                                        <p:strVal val="hidden"/>
                                      </p:to>
                                    </p:set>
                                  </p:childTnLst>
                                </p:cTn>
                              </p:par>
                            </p:childTnLst>
                          </p:cTn>
                        </p:par>
                        <p:par>
                          <p:cTn id="69" fill="hold">
                            <p:stCondLst>
                              <p:cond delay="250"/>
                            </p:stCondLst>
                            <p:childTnLst>
                              <p:par>
                                <p:cTn id="70" presetID="42" presetClass="entr" presetSubtype="0" fill="hold" grpId="0" nodeType="afterEffect">
                                  <p:stCondLst>
                                    <p:cond delay="0"/>
                                  </p:stCondLst>
                                  <p:childTnLst>
                                    <p:set>
                                      <p:cBhvr>
                                        <p:cTn id="71" dur="1" fill="hold">
                                          <p:stCondLst>
                                            <p:cond delay="0"/>
                                          </p:stCondLst>
                                        </p:cTn>
                                        <p:tgtEl>
                                          <p:spTgt spid="9"/>
                                        </p:tgtEl>
                                        <p:attrNameLst>
                                          <p:attrName>style.visibility</p:attrName>
                                        </p:attrNameLst>
                                      </p:cBhvr>
                                      <p:to>
                                        <p:strVal val="visible"/>
                                      </p:to>
                                    </p:set>
                                    <p:animEffect transition="in" filter="fade">
                                      <p:cBhvr>
                                        <p:cTn id="72" dur="250"/>
                                        <p:tgtEl>
                                          <p:spTgt spid="9"/>
                                        </p:tgtEl>
                                      </p:cBhvr>
                                    </p:animEffect>
                                    <p:anim calcmode="lin" valueType="num">
                                      <p:cBhvr>
                                        <p:cTn id="73" dur="250" fill="hold"/>
                                        <p:tgtEl>
                                          <p:spTgt spid="9"/>
                                        </p:tgtEl>
                                        <p:attrNameLst>
                                          <p:attrName>ppt_x</p:attrName>
                                        </p:attrNameLst>
                                      </p:cBhvr>
                                      <p:tavLst>
                                        <p:tav tm="0">
                                          <p:val>
                                            <p:strVal val="#ppt_x"/>
                                          </p:val>
                                        </p:tav>
                                        <p:tav tm="100000">
                                          <p:val>
                                            <p:strVal val="#ppt_x"/>
                                          </p:val>
                                        </p:tav>
                                      </p:tavLst>
                                    </p:anim>
                                    <p:anim calcmode="lin" valueType="num">
                                      <p:cBhvr>
                                        <p:cTn id="74" dur="25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1"/>
      <p:bldP spid="3" grpId="2"/>
      <p:bldP spid="3" grpId="3"/>
      <p:bldP spid="4" grpId="0"/>
      <p:bldP spid="4" grpId="1"/>
      <p:bldP spid="5" grpId="0"/>
      <p:bldP spid="5" grpId="1"/>
      <p:bldP spid="6" grpId="0"/>
      <p:bldP spid="6" grpId="1"/>
      <p:bldP spid="7" grpId="0"/>
      <p:bldP spid="7" grpId="1"/>
      <p:bldP spid="8" grpId="0"/>
      <p:bldP spid="8" grpId="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14DED0A-855A-4A66-8713-75C301DDE909}"/>
              </a:ext>
            </a:extLst>
          </p:cNvPr>
          <p:cNvSpPr txBox="1"/>
          <p:nvPr/>
        </p:nvSpPr>
        <p:spPr>
          <a:xfrm>
            <a:off x="1711833" y="3134154"/>
            <a:ext cx="8896350" cy="861774"/>
          </a:xfrm>
          <a:prstGeom prst="rect">
            <a:avLst/>
          </a:prstGeom>
          <a:noFill/>
        </p:spPr>
        <p:txBody>
          <a:bodyPr wrap="square" rtlCol="0">
            <a:spAutoFit/>
          </a:bodyPr>
          <a:lstStyle/>
          <a:p>
            <a:pPr algn="ctr"/>
            <a:r>
              <a:rPr lang="en-US" sz="5000" dirty="0">
                <a:solidFill>
                  <a:schemeClr val="bg1"/>
                </a:solidFill>
              </a:rPr>
              <a:t>HOW TO BUILD VUE.JS PROJECT?</a:t>
            </a:r>
          </a:p>
        </p:txBody>
      </p:sp>
      <p:sp>
        <p:nvSpPr>
          <p:cNvPr id="3" name="TextBox 2">
            <a:extLst>
              <a:ext uri="{FF2B5EF4-FFF2-40B4-BE49-F238E27FC236}">
                <a16:creationId xmlns:a16="http://schemas.microsoft.com/office/drawing/2014/main" id="{8804E3E2-FD18-44EF-B749-25EA11530EF6}"/>
              </a:ext>
            </a:extLst>
          </p:cNvPr>
          <p:cNvSpPr txBox="1"/>
          <p:nvPr/>
        </p:nvSpPr>
        <p:spPr>
          <a:xfrm>
            <a:off x="285750" y="373417"/>
            <a:ext cx="3800476" cy="553998"/>
          </a:xfrm>
          <a:prstGeom prst="rect">
            <a:avLst/>
          </a:prstGeom>
          <a:noFill/>
        </p:spPr>
        <p:txBody>
          <a:bodyPr wrap="square" rtlCol="0">
            <a:spAutoFit/>
          </a:bodyPr>
          <a:lstStyle/>
          <a:p>
            <a:r>
              <a:rPr lang="en-US" sz="3000" dirty="0">
                <a:solidFill>
                  <a:schemeClr val="bg1"/>
                </a:solidFill>
              </a:rPr>
              <a:t>Building Vue.JS project</a:t>
            </a:r>
          </a:p>
        </p:txBody>
      </p:sp>
      <p:sp>
        <p:nvSpPr>
          <p:cNvPr id="4" name="TextBox 3">
            <a:extLst>
              <a:ext uri="{FF2B5EF4-FFF2-40B4-BE49-F238E27FC236}">
                <a16:creationId xmlns:a16="http://schemas.microsoft.com/office/drawing/2014/main" id="{5792EBC3-AFC7-4335-A78C-431AF74E0728}"/>
              </a:ext>
            </a:extLst>
          </p:cNvPr>
          <p:cNvSpPr txBox="1"/>
          <p:nvPr/>
        </p:nvSpPr>
        <p:spPr>
          <a:xfrm>
            <a:off x="1647825" y="3134154"/>
            <a:ext cx="8896350" cy="861774"/>
          </a:xfrm>
          <a:prstGeom prst="rect">
            <a:avLst/>
          </a:prstGeom>
          <a:noFill/>
        </p:spPr>
        <p:txBody>
          <a:bodyPr wrap="square" rtlCol="0">
            <a:spAutoFit/>
          </a:bodyPr>
          <a:lstStyle/>
          <a:p>
            <a:pPr algn="ctr"/>
            <a:r>
              <a:rPr lang="en-US" sz="5000" dirty="0">
                <a:solidFill>
                  <a:schemeClr val="bg1"/>
                </a:solidFill>
              </a:rPr>
              <a:t>DEMO</a:t>
            </a:r>
          </a:p>
        </p:txBody>
      </p:sp>
    </p:spTree>
    <p:extLst>
      <p:ext uri="{BB962C8B-B14F-4D97-AF65-F5344CB8AC3E}">
        <p14:creationId xmlns:p14="http://schemas.microsoft.com/office/powerpoint/2010/main" val="91858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xit" presetSubtype="32" fill="hold" grpId="1" nodeType="clickEffect">
                                  <p:stCondLst>
                                    <p:cond delay="0"/>
                                  </p:stCondLst>
                                  <p:childTnLst>
                                    <p:animEffect transition="out" filter="circle(out)">
                                      <p:cBhvr>
                                        <p:cTn id="11" dur="250"/>
                                        <p:tgtEl>
                                          <p:spTgt spid="2"/>
                                        </p:tgtEl>
                                      </p:cBhvr>
                                    </p:animEffect>
                                    <p:set>
                                      <p:cBhvr>
                                        <p:cTn id="12" dur="1" fill="hold">
                                          <p:stCondLst>
                                            <p:cond delay="249"/>
                                          </p:stCondLst>
                                        </p:cTn>
                                        <p:tgtEl>
                                          <p:spTgt spid="2"/>
                                        </p:tgtEl>
                                        <p:attrNameLst>
                                          <p:attrName>style.visibility</p:attrName>
                                        </p:attrNameLst>
                                      </p:cBhvr>
                                      <p:to>
                                        <p:strVal val="hidden"/>
                                      </p:to>
                                    </p:set>
                                  </p:childTnLst>
                                </p:cTn>
                              </p:par>
                            </p:childTnLst>
                          </p:cTn>
                        </p:par>
                        <p:par>
                          <p:cTn id="13" fill="hold">
                            <p:stCondLst>
                              <p:cond delay="250"/>
                            </p:stCondLst>
                            <p:childTnLst>
                              <p:par>
                                <p:cTn id="14" presetID="42" presetClass="entr" presetSubtype="0" fill="hold" grpId="0" nodeType="after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250"/>
                                        <p:tgtEl>
                                          <p:spTgt spid="3"/>
                                        </p:tgtEl>
                                      </p:cBhvr>
                                    </p:animEffect>
                                    <p:anim calcmode="lin" valueType="num">
                                      <p:cBhvr>
                                        <p:cTn id="17" dur="250" fill="hold"/>
                                        <p:tgtEl>
                                          <p:spTgt spid="3"/>
                                        </p:tgtEl>
                                        <p:attrNameLst>
                                          <p:attrName>ppt_x</p:attrName>
                                        </p:attrNameLst>
                                      </p:cBhvr>
                                      <p:tavLst>
                                        <p:tav tm="0">
                                          <p:val>
                                            <p:strVal val="#ppt_x"/>
                                          </p:val>
                                        </p:tav>
                                        <p:tav tm="100000">
                                          <p:val>
                                            <p:strVal val="#ppt_x"/>
                                          </p:val>
                                        </p:tav>
                                      </p:tavLst>
                                    </p:anim>
                                    <p:anim calcmode="lin" valueType="num">
                                      <p:cBhvr>
                                        <p:cTn id="18" dur="250" fill="hold"/>
                                        <p:tgtEl>
                                          <p:spTgt spid="3"/>
                                        </p:tgtEl>
                                        <p:attrNameLst>
                                          <p:attrName>ppt_y</p:attrName>
                                        </p:attrNameLst>
                                      </p:cBhvr>
                                      <p:tavLst>
                                        <p:tav tm="0">
                                          <p:val>
                                            <p:strVal val="#ppt_y+.1"/>
                                          </p:val>
                                        </p:tav>
                                        <p:tav tm="100000">
                                          <p:val>
                                            <p:strVal val="#ppt_y"/>
                                          </p:val>
                                        </p:tav>
                                      </p:tavLst>
                                    </p:anim>
                                  </p:childTnLst>
                                </p:cTn>
                              </p:par>
                            </p:childTnLst>
                          </p:cTn>
                        </p:par>
                        <p:par>
                          <p:cTn id="19" fill="hold">
                            <p:stCondLst>
                              <p:cond delay="500"/>
                            </p:stCondLst>
                            <p:childTnLst>
                              <p:par>
                                <p:cTn id="20" presetID="6" presetClass="entr" presetSubtype="16" fill="hold" grpId="0" nodeType="afterEffect">
                                  <p:stCondLst>
                                    <p:cond delay="250"/>
                                  </p:stCondLst>
                                  <p:childTnLst>
                                    <p:set>
                                      <p:cBhvr>
                                        <p:cTn id="21" dur="1" fill="hold">
                                          <p:stCondLst>
                                            <p:cond delay="0"/>
                                          </p:stCondLst>
                                        </p:cTn>
                                        <p:tgtEl>
                                          <p:spTgt spid="4"/>
                                        </p:tgtEl>
                                        <p:attrNameLst>
                                          <p:attrName>style.visibility</p:attrName>
                                        </p:attrNameLst>
                                      </p:cBhvr>
                                      <p:to>
                                        <p:strVal val="visible"/>
                                      </p:to>
                                    </p:set>
                                    <p:animEffect transition="in" filter="circle(in)">
                                      <p:cBhvr>
                                        <p:cTn id="22"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60E0ED4-5C09-4602-A316-86A13B183C85}"/>
              </a:ext>
            </a:extLst>
          </p:cNvPr>
          <p:cNvSpPr txBox="1"/>
          <p:nvPr/>
        </p:nvSpPr>
        <p:spPr>
          <a:xfrm>
            <a:off x="149349" y="214371"/>
            <a:ext cx="4457700" cy="553998"/>
          </a:xfrm>
          <a:prstGeom prst="rect">
            <a:avLst/>
          </a:prstGeom>
          <a:noFill/>
        </p:spPr>
        <p:txBody>
          <a:bodyPr wrap="square" rtlCol="0">
            <a:spAutoFit/>
          </a:bodyPr>
          <a:lstStyle/>
          <a:p>
            <a:r>
              <a:rPr lang="en-US" sz="3000" dirty="0">
                <a:solidFill>
                  <a:schemeClr val="bg1"/>
                </a:solidFill>
              </a:rPr>
              <a:t>The player music system</a:t>
            </a:r>
          </a:p>
        </p:txBody>
      </p:sp>
      <p:pic>
        <p:nvPicPr>
          <p:cNvPr id="3" name="Picture 2">
            <a:extLst>
              <a:ext uri="{FF2B5EF4-FFF2-40B4-BE49-F238E27FC236}">
                <a16:creationId xmlns:a16="http://schemas.microsoft.com/office/drawing/2014/main" id="{2071A0BA-95C6-41E0-AC92-2F35182B369F}"/>
              </a:ext>
            </a:extLst>
          </p:cNvPr>
          <p:cNvPicPr/>
          <p:nvPr/>
        </p:nvPicPr>
        <p:blipFill>
          <a:blip r:embed="rId2"/>
          <a:stretch>
            <a:fillRect/>
          </a:stretch>
        </p:blipFill>
        <p:spPr>
          <a:xfrm>
            <a:off x="683580" y="1056443"/>
            <a:ext cx="10502283" cy="5051394"/>
          </a:xfrm>
          <a:prstGeom prst="rect">
            <a:avLst/>
          </a:prstGeom>
        </p:spPr>
      </p:pic>
    </p:spTree>
    <p:extLst>
      <p:ext uri="{BB962C8B-B14F-4D97-AF65-F5344CB8AC3E}">
        <p14:creationId xmlns:p14="http://schemas.microsoft.com/office/powerpoint/2010/main" val="97046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anim calcmode="lin" valueType="num">
                                      <p:cBhvr>
                                        <p:cTn id="8" dur="250" fill="hold"/>
                                        <p:tgtEl>
                                          <p:spTgt spid="2"/>
                                        </p:tgtEl>
                                        <p:attrNameLst>
                                          <p:attrName>ppt_x</p:attrName>
                                        </p:attrNameLst>
                                      </p:cBhvr>
                                      <p:tavLst>
                                        <p:tav tm="0">
                                          <p:val>
                                            <p:strVal val="#ppt_x"/>
                                          </p:val>
                                        </p:tav>
                                        <p:tav tm="100000">
                                          <p:val>
                                            <p:strVal val="#ppt_x"/>
                                          </p:val>
                                        </p:tav>
                                      </p:tavLst>
                                    </p:anim>
                                    <p:anim calcmode="lin" valueType="num">
                                      <p:cBhvr>
                                        <p:cTn id="9" dur="25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250"/>
                            </p:stCondLst>
                            <p:childTnLst>
                              <p:par>
                                <p:cTn id="11" presetID="6" presetClass="entr" presetSubtype="16"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circle(in)">
                                      <p:cBhvr>
                                        <p:cTn id="13" dur="2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TotalTime>
  <Words>180</Words>
  <Application>Microsoft Office PowerPoint</Application>
  <PresentationFormat>Widescreen</PresentationFormat>
  <Paragraphs>20</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Calibri Light</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青木 大介</dc:creator>
  <cp:lastModifiedBy>青木 大介</cp:lastModifiedBy>
  <cp:revision>9</cp:revision>
  <dcterms:created xsi:type="dcterms:W3CDTF">2020-12-04T11:08:26Z</dcterms:created>
  <dcterms:modified xsi:type="dcterms:W3CDTF">2020-12-04T12:27:05Z</dcterms:modified>
</cp:coreProperties>
</file>